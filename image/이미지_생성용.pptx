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08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7162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26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6300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469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682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298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3017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423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32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540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84631F-0FD4-43A5-BAC0-679E520DF56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352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46" t="24725" r="32880" b="34758"/>
          <a:stretch/>
        </p:blipFill>
        <p:spPr>
          <a:xfrm>
            <a:off x="3622089" y="1695635"/>
            <a:ext cx="4039340" cy="2778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4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0</Words>
  <Application>Microsoft Office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3</cp:revision>
  <dcterms:created xsi:type="dcterms:W3CDTF">2025-11-18T13:26:29Z</dcterms:created>
  <dcterms:modified xsi:type="dcterms:W3CDTF">2025-11-18T13:48:33Z</dcterms:modified>
</cp:coreProperties>
</file>