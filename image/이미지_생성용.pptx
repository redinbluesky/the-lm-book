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90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469" y="105263"/>
            <a:ext cx="5701508" cy="240063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243843" y="3244334"/>
            <a:ext cx="1704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image/01-02-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9" y="2963815"/>
            <a:ext cx="3429479" cy="228155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216" y="2505898"/>
            <a:ext cx="3467584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64" y="263366"/>
            <a:ext cx="2634412" cy="1948594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3914152" y="3244334"/>
            <a:ext cx="43636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u="sng" dirty="0">
                <a:solidFill>
                  <a:srgbClr val="CCCCCC"/>
                </a:solidFill>
                <a:latin typeface="Consolas" panose="020B0609020204030204" pitchFamily="49" charset="0"/>
              </a:rPr>
              <a:t>02-02-doc-term-matrix-example.png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71" y="263367"/>
            <a:ext cx="3355173" cy="11488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152" y="1655657"/>
            <a:ext cx="3389468" cy="90881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050" y="2776446"/>
            <a:ext cx="2149140" cy="78306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367" y="2564469"/>
            <a:ext cx="6439171" cy="299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32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134"/>
            <a:ext cx="3052236" cy="206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40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1986</TotalTime>
  <Words>2</Words>
  <Application>Microsoft Office PowerPoint</Application>
  <PresentationFormat>와이드스크린</PresentationFormat>
  <Paragraphs>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31</cp:revision>
  <dcterms:created xsi:type="dcterms:W3CDTF">2025-11-18T13:26:29Z</dcterms:created>
  <dcterms:modified xsi:type="dcterms:W3CDTF">2025-11-26T07:27:40Z</dcterms:modified>
</cp:coreProperties>
</file>