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62" r:id="rId3"/>
    <p:sldId id="257" r:id="rId4"/>
    <p:sldId id="258" r:id="rId5"/>
    <p:sldId id="259" r:id="rId6"/>
    <p:sldId id="260" r:id="rId7"/>
    <p:sldId id="261" r:id="rId8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95" autoAdjust="0"/>
    <p:restoredTop sz="94660"/>
  </p:normalViewPr>
  <p:slideViewPr>
    <p:cSldViewPr snapToGrid="0">
      <p:cViewPr varScale="1">
        <p:scale>
          <a:sx n="94" d="100"/>
          <a:sy n="94" d="100"/>
        </p:scale>
        <p:origin x="78" y="3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부제목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 smtClean="0"/>
              <a:t>클릭하여 마스터 부제목 스타일 편집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84631F-0FD4-43A5-BAC0-679E520DF569}" type="datetimeFigureOut">
              <a:rPr lang="ko-KR" altLang="en-US" smtClean="0"/>
              <a:t>2025-12-03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AC2307C-64DD-422E-AA8C-0784823A44A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5087923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84631F-0FD4-43A5-BAC0-679E520DF569}" type="datetimeFigureOut">
              <a:rPr lang="ko-KR" altLang="en-US" smtClean="0"/>
              <a:t>2025-12-03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AC2307C-64DD-422E-AA8C-0784823A44A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6716286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84631F-0FD4-43A5-BAC0-679E520DF569}" type="datetimeFigureOut">
              <a:rPr lang="ko-KR" altLang="en-US" smtClean="0"/>
              <a:t>2025-12-03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AC2307C-64DD-422E-AA8C-0784823A44A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932640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내용 개체 틀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84631F-0FD4-43A5-BAC0-679E520DF569}" type="datetimeFigureOut">
              <a:rPr lang="ko-KR" altLang="en-US" smtClean="0"/>
              <a:t>2025-12-03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AC2307C-64DD-422E-AA8C-0784823A44A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14630067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5" name="텍스트 개체 틀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6" name="내용 개체 틀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7" name="날짜 개체 틀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84631F-0FD4-43A5-BAC0-679E520DF569}" type="datetimeFigureOut">
              <a:rPr lang="ko-KR" altLang="en-US" smtClean="0"/>
              <a:t>2025-12-03</a:t>
            </a:fld>
            <a:endParaRPr lang="ko-KR" altLang="en-US"/>
          </a:p>
        </p:txBody>
      </p:sp>
      <p:sp>
        <p:nvSpPr>
          <p:cNvPr id="8" name="바닥글 개체 틀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AC2307C-64DD-422E-AA8C-0784823A44A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11246918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84631F-0FD4-43A5-BAC0-679E520DF569}" type="datetimeFigureOut">
              <a:rPr lang="ko-KR" altLang="en-US" smtClean="0"/>
              <a:t>2025-12-03</a:t>
            </a:fld>
            <a:endParaRPr lang="ko-KR" altLang="en-US"/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AC2307C-64DD-422E-AA8C-0784823A44A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72768242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84631F-0FD4-43A5-BAC0-679E520DF569}" type="datetimeFigureOut">
              <a:rPr lang="ko-KR" altLang="en-US" smtClean="0"/>
              <a:t>2025-12-03</a:t>
            </a:fld>
            <a:endParaRPr lang="ko-KR" altLang="en-US"/>
          </a:p>
        </p:txBody>
      </p:sp>
      <p:sp>
        <p:nvSpPr>
          <p:cNvPr id="3" name="바닥글 개체 틀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AC2307C-64DD-422E-AA8C-0784823A44A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33729875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84631F-0FD4-43A5-BAC0-679E520DF569}" type="datetimeFigureOut">
              <a:rPr lang="ko-KR" altLang="en-US" smtClean="0"/>
              <a:t>2025-12-03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AC2307C-64DD-422E-AA8C-0784823A44A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44301788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그림 개체 틀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84631F-0FD4-43A5-BAC0-679E520DF569}" type="datetimeFigureOut">
              <a:rPr lang="ko-KR" altLang="en-US" smtClean="0"/>
              <a:t>2025-12-03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AC2307C-64DD-422E-AA8C-0784823A44A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0942301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84631F-0FD4-43A5-BAC0-679E520DF569}" type="datetimeFigureOut">
              <a:rPr lang="ko-KR" altLang="en-US" smtClean="0"/>
              <a:t>2025-12-03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AC2307C-64DD-422E-AA8C-0784823A44A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87532247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84631F-0FD4-43A5-BAC0-679E520DF569}" type="datetimeFigureOut">
              <a:rPr lang="ko-KR" altLang="en-US" smtClean="0"/>
              <a:t>2025-12-03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AC2307C-64DD-422E-AA8C-0784823A44A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78354061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484631F-0FD4-43A5-BAC0-679E520DF569}" type="datetimeFigureOut">
              <a:rPr lang="ko-KR" altLang="en-US" smtClean="0"/>
              <a:t>2025-12-03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AC2307C-64DD-422E-AA8C-0784823A44A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9135214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7" Type="http://schemas.openxmlformats.org/officeDocument/2006/relationships/image" Target="../media/image13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2.png"/><Relationship Id="rId5" Type="http://schemas.openxmlformats.org/officeDocument/2006/relationships/image" Target="../media/image11.png"/><Relationship Id="rId4" Type="http://schemas.openxmlformats.org/officeDocument/2006/relationships/image" Target="../media/image90.pn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9.png"/><Relationship Id="rId3" Type="http://schemas.openxmlformats.org/officeDocument/2006/relationships/image" Target="../media/image15.png"/><Relationship Id="rId7" Type="http://schemas.openxmlformats.org/officeDocument/2006/relationships/image" Target="../media/image18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2.png"/><Relationship Id="rId5" Type="http://schemas.openxmlformats.org/officeDocument/2006/relationships/image" Target="../media/image17.png"/><Relationship Id="rId10" Type="http://schemas.openxmlformats.org/officeDocument/2006/relationships/image" Target="../media/image21.png"/><Relationship Id="rId4" Type="http://schemas.openxmlformats.org/officeDocument/2006/relationships/image" Target="../media/image16.png"/><Relationship Id="rId9" Type="http://schemas.openxmlformats.org/officeDocument/2006/relationships/image" Target="../media/image20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5.png"/><Relationship Id="rId4" Type="http://schemas.openxmlformats.org/officeDocument/2006/relationships/image" Target="../media/image24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0.png"/><Relationship Id="rId5" Type="http://schemas.openxmlformats.org/officeDocument/2006/relationships/image" Target="../media/image29.png"/><Relationship Id="rId4" Type="http://schemas.openxmlformats.org/officeDocument/2006/relationships/image" Target="../media/image28.png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그림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3373" y="0"/>
            <a:ext cx="3229426" cy="2248214"/>
          </a:xfrm>
          <a:prstGeom prst="rect">
            <a:avLst/>
          </a:prstGeom>
        </p:spPr>
      </p:pic>
      <p:pic>
        <p:nvPicPr>
          <p:cNvPr id="5" name="그림 4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444" t="9408" b="4539"/>
          <a:stretch/>
        </p:blipFill>
        <p:spPr>
          <a:xfrm>
            <a:off x="4074160" y="152400"/>
            <a:ext cx="2722368" cy="2527816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/>
              <p:cNvSpPr txBox="1"/>
              <p:nvPr/>
            </p:nvSpPr>
            <p:spPr>
              <a:xfrm>
                <a:off x="193373" y="2824480"/>
                <a:ext cx="3149267" cy="37452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ko-KR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𝑑</m:t>
                          </m:r>
                        </m:e>
                        <m:sub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ko-KR" altLang="en-US" dirty="0"/>
              </a:p>
            </p:txBody>
          </p:sp>
        </mc:Choice>
        <mc:Fallback xmlns="">
          <p:sp>
            <p:nvSpPr>
              <p:cNvPr id="6" name="TextBox 5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93373" y="2824480"/>
                <a:ext cx="3149267" cy="374526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7" name="그림 6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68418" y="3434226"/>
            <a:ext cx="3705742" cy="2448267"/>
          </a:xfrm>
          <a:prstGeom prst="rect">
            <a:avLst/>
          </a:prstGeom>
        </p:spPr>
      </p:pic>
      <p:pic>
        <p:nvPicPr>
          <p:cNvPr id="3" name="그림 2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447595" y="3296094"/>
            <a:ext cx="5001323" cy="1362265"/>
          </a:xfrm>
          <a:prstGeom prst="rect">
            <a:avLst/>
          </a:prstGeom>
        </p:spPr>
      </p:pic>
      <p:pic>
        <p:nvPicPr>
          <p:cNvPr id="4" name="그림 3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447595" y="4631210"/>
            <a:ext cx="2829320" cy="128605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8249447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그림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6431" y="78098"/>
            <a:ext cx="4121090" cy="1166023"/>
          </a:xfrm>
          <a:prstGeom prst="rect">
            <a:avLst/>
          </a:prstGeom>
        </p:spPr>
      </p:pic>
      <p:pic>
        <p:nvPicPr>
          <p:cNvPr id="5" name="그림 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6431" y="1478658"/>
            <a:ext cx="4749828" cy="220629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6112024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그림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0298" y="234246"/>
            <a:ext cx="5239481" cy="2572109"/>
          </a:xfrm>
          <a:prstGeom prst="rect">
            <a:avLst/>
          </a:prstGeom>
        </p:spPr>
      </p:pic>
      <p:pic>
        <p:nvPicPr>
          <p:cNvPr id="2" name="그림 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95049" y="234246"/>
            <a:ext cx="3460969" cy="1979996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/>
              <p:cNvSpPr txBox="1"/>
              <p:nvPr/>
            </p:nvSpPr>
            <p:spPr>
              <a:xfrm>
                <a:off x="1082518" y="3477180"/>
                <a:ext cx="4563799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altLang="ko-KR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p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𝑧</m:t>
                          </m:r>
                        </m:sup>
                      </m:sSup>
                    </m:oMath>
                  </m:oMathPara>
                </a14:m>
                <a:endParaRPr lang="ko-KR" altLang="en-US" dirty="0"/>
              </a:p>
            </p:txBody>
          </p:sp>
        </mc:Choice>
        <mc:Fallback xmlns="">
          <p:sp>
            <p:nvSpPr>
              <p:cNvPr id="3" name="TextBox 2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82518" y="3477180"/>
                <a:ext cx="4563799" cy="369332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5" name="그림 4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17772" y="2934597"/>
            <a:ext cx="3710224" cy="2227868"/>
          </a:xfrm>
          <a:prstGeom prst="rect">
            <a:avLst/>
          </a:prstGeom>
        </p:spPr>
      </p:pic>
      <p:pic>
        <p:nvPicPr>
          <p:cNvPr id="7" name="그림 6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053123" y="3013230"/>
            <a:ext cx="2683399" cy="1110372"/>
          </a:xfrm>
          <a:prstGeom prst="rect">
            <a:avLst/>
          </a:prstGeom>
        </p:spPr>
      </p:pic>
      <p:pic>
        <p:nvPicPr>
          <p:cNvPr id="8" name="그림 7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934760" y="3013230"/>
            <a:ext cx="2857575" cy="18179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2297904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그림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5274" y="84388"/>
            <a:ext cx="3053523" cy="1834291"/>
          </a:xfrm>
          <a:prstGeom prst="rect">
            <a:avLst/>
          </a:prstGeom>
        </p:spPr>
      </p:pic>
      <p:pic>
        <p:nvPicPr>
          <p:cNvPr id="5" name="그림 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48890" y="84388"/>
            <a:ext cx="4577563" cy="2443907"/>
          </a:xfrm>
          <a:prstGeom prst="rect">
            <a:avLst/>
          </a:prstGeom>
        </p:spPr>
      </p:pic>
      <p:pic>
        <p:nvPicPr>
          <p:cNvPr id="6" name="그림 5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8065" y="2462681"/>
            <a:ext cx="2340490" cy="1235561"/>
          </a:xfrm>
          <a:prstGeom prst="rect">
            <a:avLst/>
          </a:prstGeom>
        </p:spPr>
      </p:pic>
      <p:pic>
        <p:nvPicPr>
          <p:cNvPr id="7" name="그림 6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212762" y="2620460"/>
            <a:ext cx="4626550" cy="1502268"/>
          </a:xfrm>
          <a:prstGeom prst="rect">
            <a:avLst/>
          </a:prstGeom>
        </p:spPr>
      </p:pic>
      <p:pic>
        <p:nvPicPr>
          <p:cNvPr id="8" name="그림 7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498010" y="319236"/>
            <a:ext cx="2683399" cy="1110372"/>
          </a:xfrm>
          <a:prstGeom prst="rect">
            <a:avLst/>
          </a:prstGeom>
        </p:spPr>
      </p:pic>
      <p:pic>
        <p:nvPicPr>
          <p:cNvPr id="9" name="그림 8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96615" y="3925995"/>
            <a:ext cx="2046568" cy="990626"/>
          </a:xfrm>
          <a:prstGeom prst="rect">
            <a:avLst/>
          </a:prstGeom>
        </p:spPr>
      </p:pic>
      <p:pic>
        <p:nvPicPr>
          <p:cNvPr id="10" name="그림 9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276764" y="4365652"/>
            <a:ext cx="3293015" cy="1398851"/>
          </a:xfrm>
          <a:prstGeom prst="rect">
            <a:avLst/>
          </a:prstGeom>
        </p:spPr>
      </p:pic>
      <p:pic>
        <p:nvPicPr>
          <p:cNvPr id="11" name="그림 10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750232" y="2766402"/>
            <a:ext cx="1170245" cy="751134"/>
          </a:xfrm>
          <a:prstGeom prst="rect">
            <a:avLst/>
          </a:prstGeom>
        </p:spPr>
      </p:pic>
      <p:pic>
        <p:nvPicPr>
          <p:cNvPr id="12" name="그림 11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829569" y="4184724"/>
            <a:ext cx="3494406" cy="11702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6389314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그림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7159" y="105263"/>
            <a:ext cx="2204415" cy="1936619"/>
          </a:xfrm>
          <a:prstGeom prst="rect">
            <a:avLst/>
          </a:prstGeom>
        </p:spPr>
      </p:pic>
      <p:pic>
        <p:nvPicPr>
          <p:cNvPr id="2" name="그림 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86469" y="105263"/>
            <a:ext cx="5701508" cy="2400635"/>
          </a:xfrm>
          <a:prstGeom prst="rect">
            <a:avLst/>
          </a:prstGeom>
        </p:spPr>
      </p:pic>
      <p:sp>
        <p:nvSpPr>
          <p:cNvPr id="3" name="직사각형 2"/>
          <p:cNvSpPr/>
          <p:nvPr/>
        </p:nvSpPr>
        <p:spPr>
          <a:xfrm>
            <a:off x="5243843" y="3244334"/>
            <a:ext cx="1704313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ko-KR" u="sng" dirty="0">
                <a:solidFill>
                  <a:srgbClr val="CCCCCC"/>
                </a:solidFill>
                <a:latin typeface="Consolas" panose="020B0609020204030204" pitchFamily="49" charset="0"/>
              </a:rPr>
              <a:t>image/01-02-</a:t>
            </a:r>
            <a:endParaRPr lang="en-US" altLang="ko-KR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</p:txBody>
      </p:sp>
      <p:pic>
        <p:nvPicPr>
          <p:cNvPr id="5" name="그림 4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47159" y="2963815"/>
            <a:ext cx="3429479" cy="2281556"/>
          </a:xfrm>
          <a:prstGeom prst="rect">
            <a:avLst/>
          </a:prstGeom>
        </p:spPr>
      </p:pic>
      <p:pic>
        <p:nvPicPr>
          <p:cNvPr id="6" name="그림 5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727216" y="2505898"/>
            <a:ext cx="3467584" cy="35437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9522169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그림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6964" y="263366"/>
            <a:ext cx="2634412" cy="1948594"/>
          </a:xfrm>
          <a:prstGeom prst="rect">
            <a:avLst/>
          </a:prstGeom>
        </p:spPr>
      </p:pic>
      <p:sp>
        <p:nvSpPr>
          <p:cNvPr id="2" name="직사각형 1"/>
          <p:cNvSpPr/>
          <p:nvPr/>
        </p:nvSpPr>
        <p:spPr>
          <a:xfrm>
            <a:off x="3914152" y="3244334"/>
            <a:ext cx="4363695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ko-KR" u="sng" dirty="0">
                <a:solidFill>
                  <a:srgbClr val="CCCCCC"/>
                </a:solidFill>
                <a:latin typeface="Consolas" panose="020B0609020204030204" pitchFamily="49" charset="0"/>
              </a:rPr>
              <a:t>02-02-doc-term-matrix-example.png</a:t>
            </a:r>
            <a:endParaRPr lang="en-US" altLang="ko-KR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</p:txBody>
      </p:sp>
      <p:pic>
        <p:nvPicPr>
          <p:cNvPr id="3" name="그림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97171" y="263367"/>
            <a:ext cx="3355173" cy="1148875"/>
          </a:xfrm>
          <a:prstGeom prst="rect">
            <a:avLst/>
          </a:prstGeom>
        </p:spPr>
      </p:pic>
      <p:pic>
        <p:nvPicPr>
          <p:cNvPr id="5" name="그림 4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914152" y="1655657"/>
            <a:ext cx="3389468" cy="908812"/>
          </a:xfrm>
          <a:prstGeom prst="rect">
            <a:avLst/>
          </a:prstGeom>
        </p:spPr>
      </p:pic>
      <p:pic>
        <p:nvPicPr>
          <p:cNvPr id="6" name="그림 5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305050" y="2776446"/>
            <a:ext cx="2149140" cy="783064"/>
          </a:xfrm>
          <a:prstGeom prst="rect">
            <a:avLst/>
          </a:prstGeom>
        </p:spPr>
      </p:pic>
      <p:pic>
        <p:nvPicPr>
          <p:cNvPr id="7" name="그림 6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10367" y="2564469"/>
            <a:ext cx="6439171" cy="299374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0723234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그림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79134"/>
            <a:ext cx="3052236" cy="206911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6340226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2619</TotalTime>
  <Words>2</Words>
  <Application>Microsoft Office PowerPoint</Application>
  <PresentationFormat>와이드스크린</PresentationFormat>
  <Paragraphs>4</Paragraphs>
  <Slides>7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4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7</vt:i4>
      </vt:variant>
    </vt:vector>
  </HeadingPairs>
  <TitlesOfParts>
    <vt:vector size="12" baseType="lpstr">
      <vt:lpstr>맑은 고딕</vt:lpstr>
      <vt:lpstr>Arial</vt:lpstr>
      <vt:lpstr>Cambria Math</vt:lpstr>
      <vt:lpstr>Consolas</vt:lpstr>
      <vt:lpstr>Office 테마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박주영</dc:creator>
  <cp:lastModifiedBy>박주영</cp:lastModifiedBy>
  <cp:revision>34</cp:revision>
  <dcterms:created xsi:type="dcterms:W3CDTF">2025-11-18T13:26:29Z</dcterms:created>
  <dcterms:modified xsi:type="dcterms:W3CDTF">2025-12-03T10:47:31Z</dcterms:modified>
</cp:coreProperties>
</file>