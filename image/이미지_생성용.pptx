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4" r:id="rId4"/>
    <p:sldId id="263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3.png"/><Relationship Id="rId9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31" y="78098"/>
            <a:ext cx="4121090" cy="116602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31" y="1478658"/>
            <a:ext cx="4749828" cy="220629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1624" y="78099"/>
            <a:ext cx="2383487" cy="235490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02" y="2553228"/>
            <a:ext cx="2463509" cy="22634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074" y="3735445"/>
            <a:ext cx="1960519" cy="129748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6492" y="4883934"/>
            <a:ext cx="4559534" cy="170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120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6970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01" y="405089"/>
            <a:ext cx="4769095" cy="373399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5626" y="319187"/>
            <a:ext cx="3760995" cy="273405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5626" y="3581927"/>
            <a:ext cx="4563112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7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469" y="105263"/>
            <a:ext cx="5701508" cy="240063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243843" y="3244334"/>
            <a:ext cx="1704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image/01-02-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9" y="2963815"/>
            <a:ext cx="3429479" cy="22815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216" y="2505898"/>
            <a:ext cx="3467584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64" y="263366"/>
            <a:ext cx="2634412" cy="1948594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3914152" y="3244334"/>
            <a:ext cx="43636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02-02-doc-term-matrix-example.png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71" y="263367"/>
            <a:ext cx="3355173" cy="11488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152" y="1655657"/>
            <a:ext cx="3389468" cy="90881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050" y="2776446"/>
            <a:ext cx="2149140" cy="78306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67" y="2564469"/>
            <a:ext cx="6439171" cy="299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32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134"/>
            <a:ext cx="3052236" cy="2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40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3435</TotalTime>
  <Words>2</Words>
  <Application>Microsoft Office PowerPoint</Application>
  <PresentationFormat>와이드스크린</PresentationFormat>
  <Paragraphs>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42</cp:revision>
  <dcterms:created xsi:type="dcterms:W3CDTF">2025-11-18T13:26:29Z</dcterms:created>
  <dcterms:modified xsi:type="dcterms:W3CDTF">2025-12-17T01:14:13Z</dcterms:modified>
</cp:coreProperties>
</file>