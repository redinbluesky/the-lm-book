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237" d="100"/>
          <a:sy n="237" d="100"/>
        </p:scale>
        <p:origin x="198" y="4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0879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7162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326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6300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2469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7682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7298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3017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9423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53224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3540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4631F-0FD4-43A5-BAC0-679E520DF569}" type="datetimeFigureOut">
              <a:rPr lang="ko-KR" altLang="en-US" smtClean="0"/>
              <a:t>2025-11-25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C2307C-64DD-422E-AA8C-0784823A44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1352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4.pn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10" Type="http://schemas.openxmlformats.org/officeDocument/2006/relationships/image" Target="../media/image20.png"/><Relationship Id="rId4" Type="http://schemas.openxmlformats.org/officeDocument/2006/relationships/image" Target="../media/image15.png"/><Relationship Id="rId9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373" y="0"/>
            <a:ext cx="3229426" cy="224821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44" t="9408" b="4539"/>
          <a:stretch/>
        </p:blipFill>
        <p:spPr>
          <a:xfrm>
            <a:off x="4074160" y="152400"/>
            <a:ext cx="2722368" cy="25278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93373" y="2824480"/>
                <a:ext cx="3149267" cy="3745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373" y="2824480"/>
                <a:ext cx="3149267" cy="3745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418" y="3434226"/>
            <a:ext cx="3705742" cy="244826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7595" y="3296094"/>
            <a:ext cx="5001323" cy="1362265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47595" y="4631210"/>
            <a:ext cx="2829320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494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98" y="234246"/>
            <a:ext cx="5239481" cy="257210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049" y="234246"/>
            <a:ext cx="3460969" cy="19799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082518" y="3477180"/>
                <a:ext cx="456379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sup>
                      </m:sSup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2518" y="3477180"/>
                <a:ext cx="456379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772" y="2934597"/>
            <a:ext cx="3710224" cy="222786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3123" y="3013230"/>
            <a:ext cx="2683399" cy="111037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4760" y="3013230"/>
            <a:ext cx="2857575" cy="181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979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4" y="84388"/>
            <a:ext cx="3053523" cy="183429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890" y="84388"/>
            <a:ext cx="4577563" cy="244390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65" y="2462681"/>
            <a:ext cx="2340490" cy="123556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2762" y="2620460"/>
            <a:ext cx="4626550" cy="1502268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8010" y="319236"/>
            <a:ext cx="2683399" cy="1110372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6615" y="3925995"/>
            <a:ext cx="2046568" cy="990626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764" y="4365652"/>
            <a:ext cx="3293015" cy="1398851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50232" y="2766402"/>
            <a:ext cx="1170245" cy="75113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29569" y="4184724"/>
            <a:ext cx="3494406" cy="1170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893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59" y="105263"/>
            <a:ext cx="2204415" cy="193661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6469" y="105263"/>
            <a:ext cx="5701508" cy="240063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243843" y="3244334"/>
            <a:ext cx="1704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u="sng" dirty="0">
                <a:solidFill>
                  <a:srgbClr val="CCCCCC"/>
                </a:solidFill>
                <a:latin typeface="Consolas" panose="020B0609020204030204" pitchFamily="49" charset="0"/>
              </a:rPr>
              <a:t>image/01-02-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59" y="2963815"/>
            <a:ext cx="3429479" cy="2281556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216" y="2505898"/>
            <a:ext cx="3467584" cy="35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221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64" y="263366"/>
            <a:ext cx="2634412" cy="194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232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1</Words>
  <Application>Microsoft Office PowerPoint</Application>
  <PresentationFormat>와이드스크린</PresentationFormat>
  <Paragraphs>3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0" baseType="lpstr">
      <vt:lpstr>맑은 고딕</vt:lpstr>
      <vt:lpstr>Arial</vt:lpstr>
      <vt:lpstr>Cambria Math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박주영</dc:creator>
  <cp:lastModifiedBy>박주영</cp:lastModifiedBy>
  <cp:revision>26</cp:revision>
  <dcterms:created xsi:type="dcterms:W3CDTF">2025-11-18T13:26:29Z</dcterms:created>
  <dcterms:modified xsi:type="dcterms:W3CDTF">2025-11-25T10:44:28Z</dcterms:modified>
</cp:coreProperties>
</file>