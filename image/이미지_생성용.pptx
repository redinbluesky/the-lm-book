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94" d="100"/>
          <a:sy n="94" d="100"/>
        </p:scale>
        <p:origin x="78" y="3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4631F-0FD4-43A5-BAC0-679E520DF569}" type="datetimeFigureOut">
              <a:rPr lang="ko-KR" altLang="en-US" smtClean="0"/>
              <a:t>2025-11-19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508792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4631F-0FD4-43A5-BAC0-679E520DF569}" type="datetimeFigureOut">
              <a:rPr lang="ko-KR" altLang="en-US" smtClean="0"/>
              <a:t>2025-11-19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671628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4631F-0FD4-43A5-BAC0-679E520DF569}" type="datetimeFigureOut">
              <a:rPr lang="ko-KR" altLang="en-US" smtClean="0"/>
              <a:t>2025-11-19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93264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4631F-0FD4-43A5-BAC0-679E520DF569}" type="datetimeFigureOut">
              <a:rPr lang="ko-KR" altLang="en-US" smtClean="0"/>
              <a:t>2025-11-19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463006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4631F-0FD4-43A5-BAC0-679E520DF569}" type="datetimeFigureOut">
              <a:rPr lang="ko-KR" altLang="en-US" smtClean="0"/>
              <a:t>2025-11-19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124691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4631F-0FD4-43A5-BAC0-679E520DF569}" type="datetimeFigureOut">
              <a:rPr lang="ko-KR" altLang="en-US" smtClean="0"/>
              <a:t>2025-11-19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276824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4631F-0FD4-43A5-BAC0-679E520DF569}" type="datetimeFigureOut">
              <a:rPr lang="ko-KR" altLang="en-US" smtClean="0"/>
              <a:t>2025-11-19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372987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4631F-0FD4-43A5-BAC0-679E520DF569}" type="datetimeFigureOut">
              <a:rPr lang="ko-KR" altLang="en-US" smtClean="0"/>
              <a:t>2025-11-19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430178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4631F-0FD4-43A5-BAC0-679E520DF569}" type="datetimeFigureOut">
              <a:rPr lang="ko-KR" altLang="en-US" smtClean="0"/>
              <a:t>2025-11-19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94230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4631F-0FD4-43A5-BAC0-679E520DF569}" type="datetimeFigureOut">
              <a:rPr lang="ko-KR" altLang="en-US" smtClean="0"/>
              <a:t>2025-11-19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753224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4631F-0FD4-43A5-BAC0-679E520DF569}" type="datetimeFigureOut">
              <a:rPr lang="ko-KR" altLang="en-US" smtClean="0"/>
              <a:t>2025-11-19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835406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84631F-0FD4-43A5-BAC0-679E520DF569}" type="datetimeFigureOut">
              <a:rPr lang="ko-KR" altLang="en-US" smtClean="0"/>
              <a:t>2025-11-19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13521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373" y="0"/>
            <a:ext cx="3229426" cy="2248214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444" t="9408" b="4539"/>
          <a:stretch/>
        </p:blipFill>
        <p:spPr>
          <a:xfrm>
            <a:off x="4074160" y="152400"/>
            <a:ext cx="2722368" cy="2527816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193373" y="2824480"/>
                <a:ext cx="3149267" cy="37452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ko-KR" altLang="en-US" dirty="0"/>
              </a:p>
            </p:txBody>
          </p:sp>
        </mc:Choice>
        <mc:Fallback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3373" y="2824480"/>
                <a:ext cx="3149267" cy="37452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그림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8418" y="3434226"/>
            <a:ext cx="3705742" cy="24482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24944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525</TotalTime>
  <Words>0</Words>
  <Application>Microsoft Office PowerPoint</Application>
  <PresentationFormat>와이드스크린</PresentationFormat>
  <Paragraphs>1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5" baseType="lpstr">
      <vt:lpstr>맑은 고딕</vt:lpstr>
      <vt:lpstr>Arial</vt:lpstr>
      <vt:lpstr>Cambria Math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박주영</dc:creator>
  <cp:lastModifiedBy>박주영</cp:lastModifiedBy>
  <cp:revision>8</cp:revision>
  <dcterms:created xsi:type="dcterms:W3CDTF">2025-11-18T13:26:29Z</dcterms:created>
  <dcterms:modified xsi:type="dcterms:W3CDTF">2025-11-19T09:53:36Z</dcterms:modified>
</cp:coreProperties>
</file>