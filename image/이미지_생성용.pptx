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154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8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16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6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300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69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68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98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01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423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32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540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84631F-0FD4-43A5-BAC0-679E520DF569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2307C-64DD-422E-AA8C-0784823A44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5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73" y="0"/>
            <a:ext cx="3229426" cy="22482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4" t="9408" b="4539"/>
          <a:stretch/>
        </p:blipFill>
        <p:spPr>
          <a:xfrm>
            <a:off x="4074160" y="152400"/>
            <a:ext cx="2722368" cy="2527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373" y="2824480"/>
                <a:ext cx="3149267" cy="3745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18" y="3434226"/>
            <a:ext cx="3705742" cy="244826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7595" y="3296094"/>
            <a:ext cx="5001323" cy="136226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7595" y="4631210"/>
            <a:ext cx="2829320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4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98" y="234246"/>
            <a:ext cx="5239481" cy="257210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049" y="234246"/>
            <a:ext cx="3460969" cy="1979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518" y="3477180"/>
                <a:ext cx="45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72" y="2934597"/>
            <a:ext cx="3710224" cy="222786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3123" y="3013230"/>
            <a:ext cx="2683399" cy="111037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4760" y="3013230"/>
            <a:ext cx="2857575" cy="181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979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274" y="84388"/>
            <a:ext cx="3053523" cy="183429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90" y="84388"/>
            <a:ext cx="4577563" cy="244390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65" y="2462681"/>
            <a:ext cx="2340490" cy="123556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2762" y="2620460"/>
            <a:ext cx="4626550" cy="150226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8010" y="319236"/>
            <a:ext cx="2683399" cy="111037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15" y="3925995"/>
            <a:ext cx="2046568" cy="99062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764" y="4365652"/>
            <a:ext cx="3293015" cy="1398851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0232" y="2766402"/>
            <a:ext cx="1170245" cy="75113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569" y="4184724"/>
            <a:ext cx="3494406" cy="11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93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9" y="105263"/>
            <a:ext cx="2204415" cy="1936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0</Words>
  <Application>Microsoft Office PowerPoint</Application>
  <PresentationFormat>와이드스크린</PresentationFormat>
  <Paragraphs>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22</cp:revision>
  <dcterms:created xsi:type="dcterms:W3CDTF">2025-11-18T13:26:29Z</dcterms:created>
  <dcterms:modified xsi:type="dcterms:W3CDTF">2025-11-23T11:38:43Z</dcterms:modified>
</cp:coreProperties>
</file>