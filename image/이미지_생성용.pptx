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813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</TotalTime>
  <Words>0</Words>
  <Application>Microsoft Office PowerPoint</Application>
  <PresentationFormat>와이드스크린</PresentationFormat>
  <Paragraphs>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15</cp:revision>
  <dcterms:created xsi:type="dcterms:W3CDTF">2025-11-18T13:26:29Z</dcterms:created>
  <dcterms:modified xsi:type="dcterms:W3CDTF">2025-11-22T03:36:13Z</dcterms:modified>
</cp:coreProperties>
</file>