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33" d="100"/>
          <a:sy n="133" d="100"/>
        </p:scale>
        <p:origin x="81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08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7162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326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6300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2469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682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298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3017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9423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32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5406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84631F-0FD4-43A5-BAC0-679E520DF569}" type="datetimeFigureOut">
              <a:rPr lang="ko-KR" altLang="en-US" smtClean="0"/>
              <a:t>2025-11-22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1352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6.png"/><Relationship Id="rId10" Type="http://schemas.openxmlformats.org/officeDocument/2006/relationships/image" Target="../media/image20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73" y="0"/>
            <a:ext cx="3229426" cy="224821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4" t="9408" b="4539"/>
          <a:stretch/>
        </p:blipFill>
        <p:spPr>
          <a:xfrm>
            <a:off x="4074160" y="152400"/>
            <a:ext cx="2722368" cy="25278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93373" y="2824480"/>
                <a:ext cx="3149267" cy="3745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373" y="2824480"/>
                <a:ext cx="3149267" cy="3745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418" y="3434226"/>
            <a:ext cx="3705742" cy="244826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7595" y="3296094"/>
            <a:ext cx="5001323" cy="13622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7595" y="4631210"/>
            <a:ext cx="2829320" cy="128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4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298" y="234246"/>
            <a:ext cx="5239481" cy="257210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049" y="234246"/>
            <a:ext cx="3460969" cy="197999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1082518" y="3477180"/>
                <a:ext cx="456379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2518" y="3477180"/>
                <a:ext cx="456379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772" y="2934597"/>
            <a:ext cx="3710224" cy="2227868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3123" y="3013230"/>
            <a:ext cx="2683399" cy="1110372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4760" y="3013230"/>
            <a:ext cx="2857575" cy="1817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9790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274" y="84388"/>
            <a:ext cx="3053523" cy="183429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8890" y="84388"/>
            <a:ext cx="4577563" cy="2443907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65" y="2462681"/>
            <a:ext cx="2340490" cy="123556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2762" y="2620460"/>
            <a:ext cx="4626550" cy="1502268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8010" y="319236"/>
            <a:ext cx="2683399" cy="1110372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6615" y="3925995"/>
            <a:ext cx="2046568" cy="99062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76764" y="4365652"/>
            <a:ext cx="3293015" cy="1398851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50232" y="2766402"/>
            <a:ext cx="1170245" cy="751134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29569" y="4184724"/>
            <a:ext cx="3494406" cy="117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893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1329</TotalTime>
  <Words>0</Words>
  <Application>Microsoft Office PowerPoint</Application>
  <PresentationFormat>와이드스크린</PresentationFormat>
  <Paragraphs>2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맑은 고딕</vt:lpstr>
      <vt:lpstr>Arial</vt:lpstr>
      <vt:lpstr>Cambria Math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20</cp:revision>
  <dcterms:created xsi:type="dcterms:W3CDTF">2025-11-18T13:26:29Z</dcterms:created>
  <dcterms:modified xsi:type="dcterms:W3CDTF">2025-11-22T13:15:33Z</dcterms:modified>
</cp:coreProperties>
</file>