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248" d="100"/>
          <a:sy n="248" d="100"/>
        </p:scale>
        <p:origin x="1116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0</Words>
  <Application>Microsoft Office PowerPoint</Application>
  <PresentationFormat>와이드스크린</PresentationFormat>
  <Paragraphs>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12</cp:revision>
  <dcterms:created xsi:type="dcterms:W3CDTF">2025-11-18T13:26:29Z</dcterms:created>
  <dcterms:modified xsi:type="dcterms:W3CDTF">2025-11-21T08:39:18Z</dcterms:modified>
</cp:coreProperties>
</file>