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7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9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20.png"/><Relationship Id="rId10" Type="http://schemas.openxmlformats.org/officeDocument/2006/relationships/image" Target="../media/image24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31" y="78098"/>
            <a:ext cx="4121090" cy="116602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431" y="1478658"/>
            <a:ext cx="4749828" cy="220629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1624" y="78099"/>
            <a:ext cx="2383487" cy="235490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1602" y="2553228"/>
            <a:ext cx="2463509" cy="226345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074" y="3735445"/>
            <a:ext cx="1960519" cy="129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120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98" y="234246"/>
            <a:ext cx="5239481" cy="257210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49" y="234246"/>
            <a:ext cx="3460969" cy="1979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72" y="2934597"/>
            <a:ext cx="3710224" cy="22278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3123" y="3013230"/>
            <a:ext cx="2683399" cy="11103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4760" y="3013230"/>
            <a:ext cx="2857575" cy="181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79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74" y="84388"/>
            <a:ext cx="3053523" cy="183429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90" y="84388"/>
            <a:ext cx="4577563" cy="244390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65" y="2462681"/>
            <a:ext cx="2340490" cy="123556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2762" y="2620460"/>
            <a:ext cx="4626550" cy="150226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8010" y="319236"/>
            <a:ext cx="2683399" cy="111037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15" y="3925995"/>
            <a:ext cx="2046568" cy="99062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764" y="4365652"/>
            <a:ext cx="3293015" cy="1398851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0232" y="2766402"/>
            <a:ext cx="1170245" cy="75113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569" y="4184724"/>
            <a:ext cx="3494406" cy="117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93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59" y="105263"/>
            <a:ext cx="2204415" cy="193661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469" y="105263"/>
            <a:ext cx="5701508" cy="240063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243843" y="3244334"/>
            <a:ext cx="17043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image/01-02-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59" y="2963815"/>
            <a:ext cx="3429479" cy="228155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216" y="2505898"/>
            <a:ext cx="3467584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21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64" y="263366"/>
            <a:ext cx="2634412" cy="1948594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3914152" y="3244334"/>
            <a:ext cx="43636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02-02-doc-term-matrix-example.png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171" y="263367"/>
            <a:ext cx="3355173" cy="114887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152" y="1655657"/>
            <a:ext cx="3389468" cy="90881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5050" y="2776446"/>
            <a:ext cx="2149140" cy="78306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367" y="2564469"/>
            <a:ext cx="6439171" cy="2993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232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134"/>
            <a:ext cx="3052236" cy="206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402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3018</TotalTime>
  <Words>2</Words>
  <Application>Microsoft Office PowerPoint</Application>
  <PresentationFormat>와이드스크린</PresentationFormat>
  <Paragraphs>4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맑은 고딕</vt:lpstr>
      <vt:lpstr>Arial</vt:lpstr>
      <vt:lpstr>Cambria Math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37</cp:revision>
  <dcterms:created xsi:type="dcterms:W3CDTF">2025-11-18T13:26:29Z</dcterms:created>
  <dcterms:modified xsi:type="dcterms:W3CDTF">2025-12-12T07:44:47Z</dcterms:modified>
</cp:coreProperties>
</file>